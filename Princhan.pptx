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Princhan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8ED6"/>
                </a:solidFill>
              </a:defRPr>
            </a:pPr>
            <a:r>
              <a:t>LoopLAB — Build Social Profiles &amp; Grow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LoopLAB · Social Media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What is LoopLAB?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 social media platform landing page for creators and brands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Helps users build profiles, create content, and share with audiences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Designed for engagement, growth, and monetization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Modern responsive UI built with Bootstrap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Creators struggle to build a consistent online presence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Content ideas, captions, and hashtags take too much time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Hard to connect exploration, creation, and sharing in one flow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Need a simple platform to grow audience and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Platform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Core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ED6"/>
                </a:solidFill>
              </a:defRPr>
            </a:pPr>
            <a:r>
              <a:t>Explore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Discover trends and communities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Connect with like-minded creators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Find inspiration for new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ED6"/>
                </a:solidFill>
              </a:defRPr>
            </a:pPr>
            <a: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Turn passion into posts and reels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Structured content creation workflow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Build a recognizable personal brand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Share &amp; Monetize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Publish content across social channels from one hub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Grow followers and engagement over time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Convert audience attention into revenue opportunities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Sign-up flow for onboarding new users quickly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87878"/>
                </a:solidFill>
              </a:defRPr>
            </a:pPr>
            <a:r>
              <a:t>Home · Explore · Create · Share — the full creator journey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Instagram AI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AI-Powered Content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Caption Generator — tone and length tailored to your post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Hashtag Generator — relevant tags for better reach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Bio Generator — compelling profile bios in seconds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Content Ideas — brainstorm posts and Reels for any niche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87878"/>
                </a:solidFill>
              </a:defRPr>
            </a:pPr>
            <a:r>
              <a:t>Powered by OpenAI GPT-4o-mini via Node.js + Express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ED6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HTML5 + Bootstrap 4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Custom CSS (brand color #008ed6)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jQuery scrollspy &amp; smooth scrolling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Font Awesome icons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ED6"/>
                </a:solidFill>
              </a:defRPr>
            </a:pPr>
            <a:r>
              <a:t>Backend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Node.js + Express API server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OpenAI GPT-4o-mini integration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REST endpoints for each AI tool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Environment-based API key config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GET  /api/health — server &amp; AI status check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POST /api/generate/caption — Instagram caption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POST /api/generate/hashtags — hashtag suggestions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POST /api/generate/bio — profile bio text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POST /api/generate/ideas — content brainstorming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User authentication and profile dashboards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Analytics for post performance and audience growth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Direct Instagram / social media integrations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Scheduling and auto-publishing for creators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Premium AI features and team collaboration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8ED6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